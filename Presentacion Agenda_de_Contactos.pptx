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5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30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DF1B3B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FF5F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FF5F72"/>
                </a:solidFill>
                <a:latin typeface="Calibri"/>
              </a:rPr>
              <a:t>FINAL PROJECT · PROGRAMACIÓN WEB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</a:rPr>
              <a:t>Agenda de Contactos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 i="1">
                <a:solidFill>
                  <a:srgbClr val="F3D6DA"/>
                </a:solidFill>
                <a:latin typeface="Calibri"/>
              </a:rPr>
              <a:t>A contact management web application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52967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dirty="0">
                <a:solidFill>
                  <a:srgbClr val="FFFFFF"/>
                </a:solidFill>
                <a:latin typeface="Calibri"/>
              </a:rPr>
              <a:t>Developed by: Agenda </a:t>
            </a:r>
            <a:r>
              <a:rPr sz="1300" dirty="0" err="1">
                <a:solidFill>
                  <a:srgbClr val="FFFFFF"/>
                </a:solidFill>
                <a:latin typeface="Calibri"/>
              </a:rPr>
              <a:t>Contactos</a:t>
            </a:r>
            <a:r>
              <a:rPr sz="1300" dirty="0">
                <a:solidFill>
                  <a:srgbClr val="FFFFFF"/>
                </a:solidFill>
                <a:latin typeface="Calibri"/>
              </a:rPr>
              <a:t> Team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React + TypeScript + Vite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09760" y="4297680"/>
            <a:ext cx="1463040" cy="14630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0" descr="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325" y="4473245"/>
            <a:ext cx="1111910" cy="111191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5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PROJECT</a:t>
            </a:r>
            <a:endParaRPr lang="en-US" sz="1100" dirty="0"/>
          </a:p>
        </p:txBody>
      </p:sp>
      <p:pic>
        <p:nvPicPr>
          <p:cNvPr id="13" name="Image 1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58134"/>
            <a:ext cx="1188720" cy="3255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62F2758-0A77-D494-7D95-1F4FDF5BBD60}"/>
              </a:ext>
            </a:extLst>
          </p:cNvPr>
          <p:cNvSpPr/>
          <p:nvPr/>
        </p:nvSpPr>
        <p:spPr>
          <a:xfrm>
            <a:off x="777240" y="3305703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Ingrid Sauceda, Livia Ramirez, Emerson Orellana , Dennis Mejia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1188720" cy="11887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965606"/>
            <a:ext cx="903427" cy="903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FF5F72"/>
                </a:solidFill>
                <a:latin typeface="Calibri"/>
              </a:rPr>
              <a:t>PHASE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sz="2800" b="1">
                <a:solidFill>
                  <a:srgbClr val="FFFFFF"/>
                </a:solidFill>
                <a:latin typeface="Cambria"/>
              </a:rPr>
              <a:t>Research</a:t>
            </a:r>
            <a:endParaRPr lang="en-US" sz="2800" dirty="0"/>
          </a:p>
          <a:p>
            <a:r>
              <a:rPr sz="2800" b="1">
                <a:solidFill>
                  <a:srgbClr val="FFFFFF"/>
                </a:solidFill>
                <a:latin typeface="Cambria"/>
              </a:rPr>
              <a:t>Question</a:t>
            </a:r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00" i="1">
                <a:solidFill>
                  <a:srgbClr val="F3D6DA"/>
                </a:solidFill>
                <a:latin typeface="Calibri"/>
              </a:rPr>
              <a:t>A good project starts by identifying a real need.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5897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31520" y="5897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Team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17720" y="777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1">
                <a:solidFill>
                  <a:srgbClr val="2B2B2B"/>
                </a:solidFill>
                <a:latin typeface="Cambria"/>
              </a:rPr>
              <a:t>Managing contacts can become difficult without an organized system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617720" y="1463040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6B6B6B"/>
                </a:solidFill>
                <a:latin typeface="Calibri"/>
              </a:rPr>
              <a:t>Contact information can be scattered across notes, messages, or memory. A simple digital agenda helps keep important data organized and easy to find.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17720" y="3429000"/>
            <a:ext cx="6720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76200" dist="25400" dir="5400000" algn="bl" rotWithShape="0">
              <a:srgbClr val="4A0812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892040" y="358444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1">
                <a:solidFill>
                  <a:srgbClr val="93061E"/>
                </a:solidFill>
                <a:latin typeface="Calibri"/>
              </a:rPr>
              <a:t>OUR RESEARCH QUESTION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92040" y="393192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sz="1550" i="1">
                <a:solidFill>
                  <a:srgbClr val="93061E"/>
                </a:solidFill>
                <a:latin typeface="Cambria"/>
              </a:rPr>
              <a:t>“How can we help users organize, search, update, and follow up on their contacts in one simple application?”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  <a:endParaRPr lang="en-US" sz="1100" dirty="0"/>
          </a:p>
        </p:txBody>
      </p:sp>
      <p:pic>
        <p:nvPicPr>
          <p:cNvPr id="17" name="Image 1" descr="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02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Objectives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Team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7" y="2351837"/>
            <a:ext cx="416966" cy="4169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233172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Register contacts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97280" y="292608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Allow users to register contacts with name, company, phone, email, labels, dates, and notes.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1636" y="201168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05956" y="2286000"/>
            <a:ext cx="548640" cy="5486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793" y="2351837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37476" y="233172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Update contacts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05956" y="292608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Allow users to edit the information of an existing contact.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" y="416052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097280" y="4434840"/>
            <a:ext cx="548640" cy="5486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7" y="450067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48056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Search and filter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097280" y="507492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Search by name, company, label, or all available fields, and filter contacts with pending follow-up.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31636" y="416052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6505956" y="4434840"/>
            <a:ext cx="548640" cy="5486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3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793" y="4500677"/>
            <a:ext cx="416966" cy="41696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37476" y="448056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Interaction history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505956" y="507492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Record calls, meetings, emails, or notes for each contact and identify overdue follow-ups.</a:t>
            </a:r>
            <a:endParaRPr lang="en-US" sz="1100" dirty="0"/>
          </a:p>
        </p:txBody>
      </p:sp>
      <p:pic>
        <p:nvPicPr>
          <p:cNvPr id="28" name="Image 4" descr="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03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Prior Knowledge — Our Tech Stack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6B6B6B"/>
                </a:solidFill>
                <a:latin typeface="Calibri"/>
              </a:rPr>
              <a:t>Technologies and concepts used to build the application.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Team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672209" y="2331720"/>
            <a:ext cx="731520" cy="73152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91" y="2419502"/>
            <a:ext cx="555955" cy="5559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TypeScript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Defines Contacto and Interaccion interfaces and keeps the data structure consistent.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527298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376547" y="2331720"/>
            <a:ext cx="731520" cy="7315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icons/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329" y="2419502"/>
            <a:ext cx="555955" cy="55595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64458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React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710178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Uses components, Props, State, and custom Hooks to organize the interface and logic.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231636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7080885" y="2331720"/>
            <a:ext cx="731520" cy="73152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2" descr="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667" y="2419502"/>
            <a:ext cx="555955" cy="55595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8796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Tailwind CSS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14516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Utility classes are used to create responsive forms, cards, buttons, filters, and status styles.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8935974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9785223" y="2331720"/>
            <a:ext cx="731520" cy="7315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3" descr="icons/s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3005" y="2419502"/>
            <a:ext cx="555955" cy="55595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73134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LocalStorage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18854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Stores the contacts and interaction history in the browser so the data remains after refreshing.</a:t>
            </a:r>
            <a:endParaRPr lang="en-US" sz="980" dirty="0"/>
          </a:p>
        </p:txBody>
      </p:sp>
      <p:pic>
        <p:nvPicPr>
          <p:cNvPr id="29" name="Image 4" descr="logo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04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Investigation — Key Technical Decisions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Team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111496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43000" y="2423160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505456"/>
            <a:ext cx="521208" cy="521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3291840"/>
            <a:ext cx="4471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We store complete contact data and an interaction history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4069080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50">
                <a:latin typeface="Calibri"/>
              </a:rPr>
              <a:t>Keeping an interaction array preserves previous calls, meetings, emails, and notes instead of storing only the latest activity.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143000" y="4800600"/>
            <a:ext cx="4471416" cy="1051560"/>
          </a:xfrm>
          <a:prstGeom prst="roundRect">
            <a:avLst>
              <a:gd name="adj" fmla="val 6957"/>
            </a:avLst>
          </a:prstGeom>
          <a:solidFill>
            <a:srgbClr val="1E1A1C"/>
          </a:solidFill>
          <a:ln w="12700">
            <a:solidFill>
              <a:srgbClr val="4023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307592" y="4946904"/>
            <a:ext cx="118872" cy="118872"/>
          </a:xfrm>
          <a:prstGeom prst="ellipse">
            <a:avLst/>
          </a:prstGeom>
          <a:solidFill>
            <a:srgbClr val="E85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508760" y="4946904"/>
            <a:ext cx="118872" cy="118872"/>
          </a:xfrm>
          <a:prstGeom prst="ellipse">
            <a:avLst/>
          </a:prstGeom>
          <a:solidFill>
            <a:srgbClr val="E8C1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1709928" y="4946904"/>
            <a:ext cx="118872" cy="118872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417320" y="5184648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completedDates: </a:t>
            </a:r>
            <a:r>
              <a:rPr lang="en-US" sz="10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</a:t>
            </a:r>
            <a:r>
              <a:rPr lang="en-US" sz="10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54496" y="2103120"/>
            <a:ext cx="5111496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574536" y="2423160"/>
            <a:ext cx="685800" cy="68580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1" descr="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505456"/>
            <a:ext cx="521208" cy="5212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74536" y="329184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A custom useLocalStorage hook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74536" y="3840480"/>
            <a:ext cx="4471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50">
                <a:solidFill>
                  <a:srgbClr val="6B6B6B"/>
                </a:solidFill>
                <a:latin typeface="Calibri"/>
              </a:rPr>
              <a:t>The hook centralizes reading and writing data to LocalStorage, so the main contact logic stays simple and reusable.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574536" y="4800600"/>
            <a:ext cx="4471416" cy="914400"/>
          </a:xfrm>
          <a:prstGeom prst="roundRect">
            <a:avLst>
              <a:gd name="adj" fmla="val 8000"/>
            </a:avLst>
          </a:prstGeom>
          <a:solidFill>
            <a:srgbClr val="1E1A1C"/>
          </a:solidFill>
          <a:ln w="12700">
            <a:solidFill>
              <a:srgbClr val="4023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6739128" y="4946904"/>
            <a:ext cx="118872" cy="118872"/>
          </a:xfrm>
          <a:prstGeom prst="ellipse">
            <a:avLst/>
          </a:prstGeom>
          <a:solidFill>
            <a:srgbClr val="E85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6940296" y="4946904"/>
            <a:ext cx="118872" cy="118872"/>
          </a:xfrm>
          <a:prstGeom prst="ellipse">
            <a:avLst/>
          </a:prstGeom>
          <a:solidFill>
            <a:srgbClr val="E8C1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7141464" y="4946904"/>
            <a:ext cx="118872" cy="118872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848856" y="5184648"/>
            <a:ext cx="39227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F97583"/>
                </a:solidFill>
                <a:latin typeface="Courier New"/>
              </a:rPr>
              <a:t>const [contactos, setContactos] =</a:t>
            </a:r>
            <a:endParaRPr lang="en-US" sz="1050" dirty="0"/>
          </a:p>
          <a:p>
            <a:r>
              <a:rPr sz="1050">
                <a:solidFill>
                  <a:srgbClr val="F97583"/>
                </a:solidFill>
                <a:latin typeface="Courier New"/>
              </a:rPr>
              <a:t>  useLocalStorage&lt;Contacto[]&gt;("agenda-contactos", []);</a:t>
            </a:r>
          </a:p>
        </p:txBody>
      </p:sp>
      <p:pic>
        <p:nvPicPr>
          <p:cNvPr id="28" name="Image 2" descr="logo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05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930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DF1B3B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FF5F72"/>
                </a:solidFill>
                <a:latin typeface="Calibri"/>
              </a:rPr>
              <a:t>PHASE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</a:rPr>
              <a:t>Analysis —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0" y="594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0" y="594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Team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5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AA1F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43000" y="2240280"/>
            <a:ext cx="822960" cy="82296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55" y="2339035"/>
            <a:ext cx="625450" cy="6254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94560" y="2103120"/>
            <a:ext cx="8869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sz="1500" i="1">
                <a:solidFill>
                  <a:srgbClr val="FFFFFF"/>
                </a:solidFill>
                <a:latin typeface="Cambria"/>
              </a:rPr>
              <a:t>In the running app, we can demonstrate the complete contact workflow from registration to follow-up.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484071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icons/plus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881" y="4145890"/>
            <a:ext cx="486461" cy="4864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Register a contact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14400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968142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3629254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063" y="4145890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059582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Search the contact list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059582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113325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5774436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3" descr="icons/penc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246" y="4145890"/>
            <a:ext cx="486461" cy="48646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04765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Add an interaction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204765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258507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7919618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4" descr="icons/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428" y="4145890"/>
            <a:ext cx="486461" cy="48646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49947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Edit or delete a contact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49947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403690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10064801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5" descr="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1610" y="4145890"/>
            <a:ext cx="486461" cy="48646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495130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Refresh → contacts remain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9495130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shown</a:t>
            </a:r>
            <a:endParaRPr lang="en-US" sz="900" dirty="0"/>
          </a:p>
        </p:txBody>
      </p:sp>
      <p:pic>
        <p:nvPicPr>
          <p:cNvPr id="38" name="Image 6" descr="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6258134"/>
            <a:ext cx="1188720" cy="32554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F0B8C2"/>
                </a:solidFill>
                <a:latin typeface="Calibri"/>
              </a:rPr>
              <a:t>06</a:t>
            </a:r>
            <a:endParaRPr lang="en-US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Team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22677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350008"/>
            <a:ext cx="521208" cy="521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2130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libri"/>
              </a:rPr>
              <a:t>What we learned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20240" y="25146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6B6B6B"/>
                </a:solidFill>
                <a:latin typeface="Calibri"/>
              </a:rPr>
              <a:t>We learned how React components, TypeScript interfaces, custom Hooks, and LocalStorage can work together to create a useful CRUD application.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33832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051560" y="36393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3721608"/>
            <a:ext cx="521208" cy="5212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3502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libri"/>
              </a:rPr>
              <a:t>What was difficult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20240" y="38862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6B6B6B"/>
                </a:solidFill>
                <a:latin typeface="Calibri"/>
              </a:rPr>
              <a:t>Keeping contact data, search filters, follow-up dates, and interaction history synchronized in the application state.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2960" y="47548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051560" y="50109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icons/exp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5093208"/>
            <a:ext cx="521208" cy="5212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4873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libri"/>
              </a:rPr>
              <a:t>What we would improve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920240" y="52578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6B6B6B"/>
                </a:solidFill>
                <a:latin typeface="Calibri"/>
              </a:rPr>
              <a:t>Add a backend database, user authentication, stronger validation, and optional notifications for upcoming follow-ups.</a:t>
            </a:r>
            <a:endParaRPr lang="en-US" sz="1150" dirty="0"/>
          </a:p>
        </p:txBody>
      </p:sp>
      <p:pic>
        <p:nvPicPr>
          <p:cNvPr id="23" name="Image 3" descr="logo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07</a:t>
            </a:r>
            <a:endParaRPr 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DF1B3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943661"/>
            <a:ext cx="764438" cy="764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THANK YOU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2B2B2B"/>
                </a:solidFill>
                <a:latin typeface="Cambria"/>
              </a:rPr>
              <a:t>Thank you! Questions?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93061E"/>
                </a:solidFill>
                <a:latin typeface="Courier New"/>
              </a:rPr>
              <a:t>GitHub: github.com/draliviaramirez-cpu/agenda-contactos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9875520" cy="1600200"/>
          </a:xfrm>
          <a:prstGeom prst="roundRect">
            <a:avLst>
              <a:gd name="adj" fmla="val 5714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1143000" y="4754880"/>
            <a:ext cx="777240" cy="7772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269" y="4848149"/>
            <a:ext cx="590702" cy="590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4617720"/>
            <a:ext cx="8366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sz="1400" i="1">
                <a:solidFill>
                  <a:srgbClr val="FFFFFF"/>
                </a:solidFill>
                <a:latin typeface="Cambria"/>
              </a:rPr>
              <a:t>We are most proud of the contact management workflow because it combines CRUD operations, search, filtering, follow-up tracking, and interaction history in one interface.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PROJECT</a:t>
            </a:r>
            <a:endParaRPr lang="en-US" sz="1100" dirty="0"/>
          </a:p>
        </p:txBody>
      </p:sp>
      <p:pic>
        <p:nvPicPr>
          <p:cNvPr id="14" name="Image 2" descr="logo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08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ENGLISH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1188720" cy="11887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FF5F72"/>
                </a:solidFill>
                <a:latin typeface="Calibri"/>
              </a:rPr>
              <a:t>FASE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sz="2800" b="1">
                <a:solidFill>
                  <a:srgbClr val="FFFFFF"/>
                </a:solidFill>
                <a:latin typeface="Cambria"/>
              </a:rPr>
              <a:t>Investigación</a:t>
            </a:r>
            <a:endParaRPr lang="en-US" sz="2800" dirty="0"/>
          </a:p>
          <a:p>
            <a:r>
              <a:rPr sz="2800" b="1">
                <a:solidFill>
                  <a:srgbClr val="FFFFFF"/>
                </a:solidFill>
                <a:latin typeface="Cambria"/>
              </a:rPr>
              <a:t>Pregunta</a:t>
            </a:r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00" i="1">
                <a:solidFill>
                  <a:srgbClr val="F3D6DA"/>
                </a:solidFill>
                <a:latin typeface="Calibri"/>
              </a:rPr>
              <a:t>Un buen proyecto comienza identificando una necesidad real.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5897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31520" y="5897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Presentador: Equipo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17720" y="777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1">
                <a:solidFill>
                  <a:srgbClr val="2B2B2B"/>
                </a:solidFill>
                <a:latin typeface="Cambria"/>
              </a:rPr>
              <a:t>Gestionar contactos puede ser difícil sin un sistema organizado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617720" y="1463040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6B6B6B"/>
                </a:solidFill>
                <a:latin typeface="Calibri"/>
              </a:rPr>
              <a:t>La información de contactos puede estar dispersa entre notas, mensajes o memoria. Una agenda digital sencilla ayuda a mantener los datos organizados y fáciles de encontrar.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17720" y="3429000"/>
            <a:ext cx="6720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76200" dist="25400" dir="5400000" algn="bl" rotWithShape="0">
              <a:srgbClr val="4A0812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892040" y="358444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50" b="1">
                <a:solidFill>
                  <a:srgbClr val="93061E"/>
                </a:solidFill>
                <a:latin typeface="Calibri"/>
              </a:rPr>
              <a:t>NUESTRA PREGUNTA DE INVESTIGACIÓN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92040" y="393192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sz="1550" i="1">
                <a:solidFill>
                  <a:srgbClr val="93061E"/>
                </a:solidFill>
                <a:latin typeface="Cambria"/>
              </a:rPr>
              <a:t>“¿Cómo podemos ayudar a los usuarios a organizar, buscar, actualizar y dar seguimiento a sus contactos en una sola aplicación sencilla?”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02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ESPAÑOL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FASE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Objetivos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Presentador: Equipo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828800" y="233172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Registrar contactos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97280" y="292608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Permitir registrar contactos con nombre, empresa, teléfono, correo, etiquetas, fechas y notas.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1636" y="201168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05956" y="2286000"/>
            <a:ext cx="548640" cy="5486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237476" y="233172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Actualizar contactos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05956" y="292608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Permitir editar la información de un contacto existente.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" y="416052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097280" y="4434840"/>
            <a:ext cx="548640" cy="5486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1828800" y="448056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Buscar y filtrar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097280" y="507492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Buscar por nombre, empresa, etiqueta o todos los campos, y filtrar contactos con seguimiento pendiente.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31636" y="416052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6505956" y="4434840"/>
            <a:ext cx="548640" cy="5486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7237476" y="4480560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50" b="1">
                <a:solidFill>
                  <a:srgbClr val="2B2B2B"/>
                </a:solidFill>
                <a:latin typeface="Calibri"/>
              </a:rPr>
              <a:t>Historial de interacciones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505956" y="5074920"/>
            <a:ext cx="45857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6B6B6B"/>
                </a:solidFill>
                <a:latin typeface="Calibri"/>
              </a:rPr>
              <a:t>Registrar llamadas, reuniones, correos o notas de cada contacto e identificar seguimientos vencidos.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03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ESPAÑOL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FASE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Conocimientos previos — Tecnologías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6B6B6B"/>
                </a:solidFill>
                <a:latin typeface="Calibri"/>
              </a:rPr>
              <a:t>Tecnologías y conceptos utilizados para desarrollar la aplicación.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Presentador: Equipo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672209" y="2331720"/>
            <a:ext cx="731520" cy="73152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0120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TypeScript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Define las interfaces Contacto e Interaccion y mantiene una estructura de datos consistente.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527298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376547" y="2331720"/>
            <a:ext cx="731520" cy="7315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664458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React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710178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Utiliza componentes, Props, State y Hooks personalizados para organizar la interfaz y la lógica.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231636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7080885" y="2331720"/>
            <a:ext cx="731520" cy="73152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6368796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Tailwind CSS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14516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Se utilizan clases utilitarias para crear formularios, tarjetas, botones, filtros y estilos responsivos.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8935974" y="2103120"/>
            <a:ext cx="2430018" cy="27432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9785223" y="2331720"/>
            <a:ext cx="731520" cy="7315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9073134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LocalStorage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18854" y="3520440"/>
            <a:ext cx="20642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sz="980">
                <a:solidFill>
                  <a:srgbClr val="6B6B6B"/>
                </a:solidFill>
                <a:latin typeface="Calibri"/>
              </a:rPr>
              <a:t>Guarda los contactos y el historial de interacciones en el navegador para conservar los datos después de actualizar.</a:t>
            </a:r>
            <a:endParaRPr lang="en-US" sz="980" dirty="0"/>
          </a:p>
        </p:txBody>
      </p:sp>
      <p:sp>
        <p:nvSpPr>
          <p:cNvPr id="30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04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ESPAÑOL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FASE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Investigación — Decisiones técnicas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Presentador: Equipo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111496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43000" y="2423160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143000" y="3291840"/>
            <a:ext cx="4471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Guardamos los datos completos del contacto y un historial de interacciones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4069080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50">
                <a:latin typeface="Calibri"/>
              </a:rPr>
              <a:t>Mantener un arreglo de interacciones permite conservar llamadas, reuniones, correos y notas anteriores, en lugar de guardar solo la última actividad.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143000" y="4800600"/>
            <a:ext cx="4471416" cy="1051560"/>
          </a:xfrm>
          <a:prstGeom prst="roundRect">
            <a:avLst>
              <a:gd name="adj" fmla="val 6957"/>
            </a:avLst>
          </a:prstGeom>
          <a:solidFill>
            <a:srgbClr val="1E1A1C"/>
          </a:solidFill>
          <a:ln w="12700">
            <a:solidFill>
              <a:srgbClr val="4023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307592" y="4946904"/>
            <a:ext cx="118872" cy="118872"/>
          </a:xfrm>
          <a:prstGeom prst="ellipse">
            <a:avLst/>
          </a:prstGeom>
          <a:solidFill>
            <a:srgbClr val="E85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508760" y="4946904"/>
            <a:ext cx="118872" cy="118872"/>
          </a:xfrm>
          <a:prstGeom prst="ellipse">
            <a:avLst/>
          </a:prstGeom>
          <a:solidFill>
            <a:srgbClr val="E8C1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1709928" y="4946904"/>
            <a:ext cx="118872" cy="118872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417320" y="5184648"/>
            <a:ext cx="3922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completedDates: </a:t>
            </a:r>
            <a:r>
              <a:rPr lang="en-US" sz="10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</a:t>
            </a:r>
            <a:r>
              <a:rPr lang="en-US" sz="10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54496" y="2103120"/>
            <a:ext cx="5111496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574536" y="2423160"/>
            <a:ext cx="685800" cy="68580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6574536" y="329184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mbria"/>
              </a:rPr>
              <a:t>Un Hook personalizado useLocalStorage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74536" y="3840480"/>
            <a:ext cx="4471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50">
                <a:solidFill>
                  <a:srgbClr val="6B6B6B"/>
                </a:solidFill>
                <a:latin typeface="Calibri"/>
              </a:rPr>
              <a:t>El Hook centraliza la lectura y escritura en LocalStorage, manteniendo sencilla y reutilizable la lógica principal de contactos.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574536" y="4800600"/>
            <a:ext cx="4471416" cy="914400"/>
          </a:xfrm>
          <a:prstGeom prst="roundRect">
            <a:avLst>
              <a:gd name="adj" fmla="val 8000"/>
            </a:avLst>
          </a:prstGeom>
          <a:solidFill>
            <a:srgbClr val="1E1A1C"/>
          </a:solidFill>
          <a:ln w="12700">
            <a:solidFill>
              <a:srgbClr val="4023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6739128" y="4946904"/>
            <a:ext cx="118872" cy="118872"/>
          </a:xfrm>
          <a:prstGeom prst="ellipse">
            <a:avLst/>
          </a:prstGeom>
          <a:solidFill>
            <a:srgbClr val="E85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6940296" y="4946904"/>
            <a:ext cx="118872" cy="118872"/>
          </a:xfrm>
          <a:prstGeom prst="ellipse">
            <a:avLst/>
          </a:prstGeom>
          <a:solidFill>
            <a:srgbClr val="E8C1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7141464" y="4946904"/>
            <a:ext cx="118872" cy="118872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848856" y="5184648"/>
            <a:ext cx="39227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F97583"/>
                </a:solidFill>
                <a:latin typeface="Courier New"/>
              </a:rPr>
              <a:t>const [contactos, setContactos] =</a:t>
            </a:r>
            <a:endParaRPr lang="en-US" sz="1050" dirty="0"/>
          </a:p>
          <a:p>
            <a:r>
              <a:rPr sz="1050">
                <a:solidFill>
                  <a:srgbClr val="F97583"/>
                </a:solidFill>
                <a:latin typeface="Courier New"/>
              </a:rPr>
              <a:t>  useLocalStorage&lt;Contacto[]&gt;("agenda-contactos", []);</a:t>
            </a:r>
          </a:p>
        </p:txBody>
      </p:sp>
      <p:sp>
        <p:nvSpPr>
          <p:cNvPr id="29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05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ESPAÑOL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DF1B3B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FF5F72"/>
                </a:solidFill>
                <a:latin typeface="Calibri"/>
              </a:rPr>
              <a:t>FASE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</a:rPr>
              <a:t>Análisis — Demostración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0" y="594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0" y="594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Presentador: Equipo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786112" y="4907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5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AA1F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43000" y="2240280"/>
            <a:ext cx="822960" cy="82296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2194560" y="2103120"/>
            <a:ext cx="8869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sz="1500" i="1">
                <a:solidFill>
                  <a:srgbClr val="FFFFFF"/>
                </a:solidFill>
                <a:latin typeface="Cambria"/>
              </a:rPr>
              <a:t>En la aplicación podemos demostrar el flujo completo, desde registrar un contacto hasta darle seguimiento.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484071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14400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Registrar un contacto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14400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mostrado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968142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3629254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3059582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Buscar en la lista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059582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mostrado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113325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5774436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5204765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Agregar una interacción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204765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mostrado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258507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7919618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4"/>
          <p:cNvSpPr/>
          <p:nvPr/>
        </p:nvSpPr>
        <p:spPr>
          <a:xfrm>
            <a:off x="7349947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Editar o eliminar un contacto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49947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mostrado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403690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10064801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28"/>
          <p:cNvSpPr/>
          <p:nvPr/>
        </p:nvSpPr>
        <p:spPr>
          <a:xfrm>
            <a:off x="9495130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Actualizar → los contactos permanecen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9495130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9AF0C8"/>
                </a:solidFill>
                <a:latin typeface="Calibri"/>
              </a:rPr>
              <a:t>✓ mostrado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F0B8C2"/>
                </a:solidFill>
                <a:latin typeface="Calibri"/>
              </a:rPr>
              <a:t>06</a:t>
            </a:r>
            <a:endParaRPr lang="en-US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ESPAÑOL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FASE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500" b="1">
                <a:solidFill>
                  <a:srgbClr val="2B2B2B"/>
                </a:solidFill>
                <a:latin typeface="Cambria"/>
              </a:rPr>
              <a:t>Conclusión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Presentador: Equipo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22677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920240" y="2130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libri"/>
              </a:rPr>
              <a:t>Lo que aprendimos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20240" y="25146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6B6B6B"/>
                </a:solidFill>
                <a:latin typeface="Calibri"/>
              </a:rPr>
              <a:t>Aprendimos cómo los componentes de React, las interfaces de TypeScript, los Hooks personalizados y LocalStorage pueden trabajar juntos para crear una aplicación CRUD útil.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33832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051560" y="36393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920240" y="3502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libri"/>
              </a:rPr>
              <a:t>Lo que fue difícil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20240" y="38862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6B6B6B"/>
                </a:solidFill>
                <a:latin typeface="Calibri"/>
              </a:rPr>
              <a:t>Mantener sincronizados los contactos, filtros de búsqueda, fechas de seguimiento e historial de interacciones dentro del estado de la aplicación.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2960" y="47548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051560" y="50109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1920240" y="4873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2B2B2B"/>
                </a:solidFill>
                <a:latin typeface="Calibri"/>
              </a:rPr>
              <a:t>Lo que mejoraríamos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920240" y="52578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6B6B6B"/>
                </a:solidFill>
                <a:latin typeface="Calibri"/>
              </a:rPr>
              <a:t>Agregar una base de datos, autenticación de usuarios, validaciones más completas y notificaciones opcionales para los próximos seguimientos.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07</a:t>
            </a:r>
            <a:endParaRPr 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ESPAÑOL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DF1B3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93061E"/>
                </a:solidFill>
                <a:latin typeface="Calibri"/>
              </a:rPr>
              <a:t>GRACIAS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2B2B2B"/>
                </a:solidFill>
                <a:latin typeface="Cambria"/>
              </a:rPr>
              <a:t>¡Gracias! ¿Preguntas?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93061E"/>
                </a:solidFill>
                <a:latin typeface="Courier New"/>
              </a:rPr>
              <a:t>GitHub: github.com/draliviaramirez-cpu/agenda-contactos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9875520" cy="1600200"/>
          </a:xfrm>
          <a:prstGeom prst="roundRect">
            <a:avLst>
              <a:gd name="adj" fmla="val 5714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1143000" y="4754880"/>
            <a:ext cx="777240" cy="7772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2148840" y="4617720"/>
            <a:ext cx="8366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sz="1400" i="1">
                <a:solidFill>
                  <a:srgbClr val="FFFFFF"/>
                </a:solidFill>
                <a:latin typeface="Cambria"/>
              </a:rPr>
              <a:t>Estamos orgullosos del flujo de gestión de contactos porque combina operaciones CRUD, búsqueda, filtros, seguimiento e historial de interacciones en una sola interfaz.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811512" y="457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9811512" y="457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PROYECTO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>
                <a:solidFill>
                  <a:srgbClr val="6B6B6B"/>
                </a:solidFill>
                <a:latin typeface="Calibri"/>
              </a:rPr>
              <a:t>08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9829800" y="1371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05050"/>
                </a:solidFill>
                <a:latin typeface="Aptos"/>
              </a:rPr>
              <a:t>ESPAÑOL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1132</Words>
  <Application>Microsoft Office PowerPoint</Application>
  <PresentationFormat>Panorámica</PresentationFormat>
  <Paragraphs>198</Paragraphs>
  <Slides>15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Sauceda, Ingrid [HND]</cp:lastModifiedBy>
  <cp:revision>4</cp:revision>
  <dcterms:created xsi:type="dcterms:W3CDTF">2026-08-20T22:40:42Z</dcterms:created>
  <dcterms:modified xsi:type="dcterms:W3CDTF">2026-09-23T20:04:25Z</dcterms:modified>
</cp:coreProperties>
</file>